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CoachLab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C3D8"/>
                </a:solidFill>
              </a:rPr>
              <a:t>La formazione degli allenatori, finalmente digitale.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2B0"/>
                </a:solidFill>
              </a:rPr>
              <a:t>Maggio 2026  ·  coachlab.it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Il problema di oggi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Gestire un corso di formazione sportiva significa: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B3768"/>
                </a:solidFill>
              </a:rPr>
              <a:t>⏱  Ore perse ogni settimana su fogli Excel per presenze e valutazioni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B3768"/>
                </a:solidFill>
              </a:rPr>
              <a:t>📧  Email disperse per distribuire materiali e comunicare con i corsisti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📋  Nessuna traccia digitale dei progressi, degli esami, delle assenze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🗂  Programmi e orari creati da zero per ogni corso, senza template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B3768"/>
                </a:solidFill>
              </a:rPr>
              <a:t>Il risultato: inefficienza, errori e un'esperienza formativa mediocre.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2B0"/>
                </a:solidFill>
              </a:rPr>
              <a:t>CoachLab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891B2"/>
                </a:solidFill>
              </a:rPr>
              <a:t>coachlab.it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Con CoachLab: tutto in un posto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CoachLab è un LMS completo pensato per gli enti di formazione sportiva.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4 ruoli distinti: Super Admin · Admin · Docente · Corsista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Ogni ruolo vede solo quello che serve — nessuna confusione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Web app completa + App mobile nativa (iOS &amp; Android)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Già in produzione su coachlab.it — testato con corsi reali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GDPR compliant — DPA firmati con Supabase, Vercel, Resend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2B0"/>
                </a:solidFill>
              </a:rPr>
              <a:t>CoachLab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891B2"/>
                </a:solidFill>
              </a:rPr>
              <a:t>coachlab.it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Per chi gestisce i corsi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B3768"/>
                </a:solidFill>
              </a:rPr>
              <a:t>Da ore a minuti.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🎓  Crea un corso in 3 click partendo da un template pre-impostato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📅  Il calendario si genera con le fasce orarie e le materie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👨‍🏫  Assegna docenti per area di competenza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📊  Dashboard con tutti i corsi attivi, filtrabili per regione e tipologia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🔗  Comunicato Ufficiale (CU) collegato direttamente al documento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👥  Gestione multi-admin con permessi configurabili per ogni utente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2B0"/>
                </a:solidFill>
              </a:rPr>
              <a:t>CoachLab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891B2"/>
                </a:solidFill>
              </a:rPr>
              <a:t>coachlab.it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Per il docente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B3768"/>
                </a:solidFill>
              </a:rPr>
              <a:t>Il tuo corso, sempre aggiornato.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📋  Programma con fasce orarie — export PDF con copertina e anteprima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Presenze: registra in un click, % calcolata automaticamente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📁  Archivio materiali per area — condividi con un toggle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📝  Esami e prove intermedie con valutazione integrata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💬  Messaggi diretti, annunci, notifiche push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📅  Calendario personale con le lezioni assegnate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2B0"/>
                </a:solidFill>
              </a:rPr>
              <a:t>CoachLab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891B2"/>
                </a:solidFill>
              </a:rPr>
              <a:t>coachlab.it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Per il corsista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B3768"/>
                </a:solidFill>
              </a:rPr>
              <a:t>Tutto il corso nel telefono. Nessuna email persa.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📱  App mobile nativa (iOS &amp; Android) — sempre aggiornata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🗓  Programma completo del corso con orari e materie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📊  Le proprie presenze con percentuali — sempre visibili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📚  Tutti i materiali scaricabili in un posto solo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📝  Esami e task con scadenze chiare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🔔  Notifiche push per annunci, materiali e promemoria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2B0"/>
                </a:solidFill>
              </a:rPr>
              <a:t>CoachLab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891B2"/>
                </a:solidFill>
              </a:rPr>
              <a:t>coachlab.it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Tracciabilità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B3768"/>
                </a:solidFill>
              </a:rPr>
              <a:t>Ogni dato, sempre disponibile.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Registro presenze digitale per ogni sessione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📊  Report presenze per corso e per corsista — export CSV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🏆  Valutazioni: pratica ADP + prove aperte + voti — storico completo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📋  Idoneità automatica basata su % presenze e superamento esami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📁  Archivio documenti centralizzato per area disciplinare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🔒  Tutti i dati su cloud sicuro (Supabase/PostgreSQL) — backup automatico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2B0"/>
                </a:solidFill>
              </a:rPr>
              <a:t>CoachLab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891B2"/>
                </a:solidFill>
              </a:rPr>
              <a:t>coachlab.it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Scalabile e sostenibile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Costi operativi prevedibili a qualsiasi scala.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Fascia Pilota     (50 corsisti,  5 corsi):        ~€1/mese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Fascia Operativa  (300 corsisti, 30 corsi):       ~€84/mese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Fascia Nazionale  (1.000+ corsisti, 100 corsi):   ~€110–194/mese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B3768"/>
                </a:solidFill>
              </a:rPr>
              <a:t>Infrastruttura cloud-native (Vercel + Supabase):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• Nessun server dedicato da gestire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• Scala automaticamente con la crescita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• Costo per corsista attivo a scala nazionale: &lt; €0.20/mese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2B0"/>
                </a:solidFill>
              </a:rPr>
              <a:t>CoachLab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891B2"/>
                </a:solidFill>
              </a:rPr>
              <a:t>coachlab.it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Già in produzione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CoachLab è operativo su coachlab.it da aprile 2026.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Gestione completa corsi (presenze, quiz, task, valutazioni, programma)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Messaggistica interna 1:1 e broadcast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Registrazione corsisti via link invito con QR code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App mobile iOS &amp; Android (Expo / EAS) — notifiche push native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Export PDF programma corso con copertina e anteprima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✅  Guide interattive in-app · GDPR compliant · Sentry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2B0"/>
                </a:solidFill>
              </a:rPr>
              <a:t>CoachLab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891B2"/>
                </a:solidFill>
              </a:rPr>
              <a:t>coachlab.it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Roadmap — prossimi 30 giorni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B3768"/>
                </a:solidFill>
              </a:rPr>
              <a:t>In sviluppo adesso (rilascio 15 maggio 2026):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🗂  Archivio Generale per aree disciplinari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File e slides condivisibili tra corsi, filtrabili per materia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📋  Template corsi con calendario integrato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Struttura oraria pre-impostata, materie, docenti suggeriti per area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👤  Ruolo Admin con permessi granulari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Ogni admin ha accesso solo alle funzioni abilitate dal super admin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📅  Calendari aggregati — vista settimanale di tutti i corsi e docenti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2B0"/>
                </a:solidFill>
              </a:rPr>
              <a:t>CoachLab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891B2"/>
                </a:solidFill>
              </a:rPr>
              <a:t>coachlab.it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Prossimi passi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Come procedere insieme.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1.  Demo live guidata (30 min)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Navigazione completa della piattaforma per ruolo,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con i vostri casi d'uso specifici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2.  Accordo pilota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Attivazione su un corso reale, supporto dedicato,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raccolta feedback per iterare rapidamente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B376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3768"/>
                </a:solidFill>
              </a:rPr>
              <a:t>3.  Accordo di licenza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Licenza annuale per ente — scalabile al crescere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</a:rPr>
              <a:t>   del numero di corsi e corsisti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2B0"/>
                </a:solidFill>
              </a:rPr>
              <a:t>CoachLab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891B2"/>
                </a:solidFill>
              </a:rPr>
              <a:t>coachlab.it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Domande?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891B2"/>
                </a:solidFill>
              </a:rPr>
              <a:t>CoachLab LMS  ·  coachlab.it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C3D8"/>
                </a:solidFill>
              </a:rPr>
              <a:t>Alessandro Danti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92B0"/>
                </a:solidFill>
              </a:rPr>
              <a:t>info.alessandrodanti@gmail.com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